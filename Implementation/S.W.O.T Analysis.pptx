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Montserrat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95D5D0-05B1-431D-818E-F334EC6CAA3C}">
  <a:tblStyle styleId="{8195D5D0-05B1-431D-818E-F334EC6CAA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3" Type="http://schemas.openxmlformats.org/officeDocument/2006/relationships/font" Target="fonts/Lato-regular.fntdata"/><Relationship Id="rId12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Montserrat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38c3be9c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38c3be9c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p13"/>
          <p:cNvGraphicFramePr/>
          <p:nvPr/>
        </p:nvGraphicFramePr>
        <p:xfrm>
          <a:off x="855675" y="115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{8195D5D0-05B1-431D-818E-F334EC6CAA3C}</a:tableStyleId>
              </a:tblPr>
              <a:tblGrid>
                <a:gridCol w="1598100"/>
                <a:gridCol w="2675250"/>
                <a:gridCol w="3389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Borussia Dortmund</a:t>
                      </a:r>
                      <a:endParaRPr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Other </a:t>
                      </a:r>
                      <a:r>
                        <a:rPr b="1"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 Tier</a:t>
                      </a:r>
                      <a:r>
                        <a:rPr b="1"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Teams</a:t>
                      </a:r>
                      <a:endParaRPr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Strengths</a:t>
                      </a:r>
                      <a:endParaRPr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Strong offensive players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Win rates above average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consistency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Flexibility in tactic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Weaknesses</a:t>
                      </a:r>
                      <a:endParaRPr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Reliance on one scorer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Fluctuating consistency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Potential tactical predictability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Pressure of sustaining high performance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Opportunities</a:t>
                      </a:r>
                      <a:endParaRPr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Develop secondary scorers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Diversify attacking structure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Continue tactical innovation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Threats</a:t>
                      </a:r>
                      <a:endParaRPr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Injuries to key attacker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Predictability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Opponents adapt tactically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Squad fatigue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5" name="Google Shape;135;p13"/>
          <p:cNvSpPr txBox="1"/>
          <p:nvPr>
            <p:ph type="title"/>
          </p:nvPr>
        </p:nvSpPr>
        <p:spPr>
          <a:xfrm>
            <a:off x="1297500" y="393750"/>
            <a:ext cx="70389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S.W.O.T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3P-2017 Strategy</a:t>
            </a:r>
            <a:endParaRPr b="1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de" sz="1700"/>
              <a:t>P</a:t>
            </a:r>
            <a:r>
              <a:rPr lang="de" sz="1700"/>
              <a:t>roductivity - Tactical Suggestions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de" sz="1500"/>
              <a:t>Develop a more balanced attacking with multiple goal scorers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de" sz="1500"/>
              <a:t>Adapt attacking strategies depending on match situations and opponents - do not simply rely on an increase of crosses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de" sz="1700"/>
              <a:t>P</a:t>
            </a:r>
            <a:r>
              <a:rPr lang="de" sz="1700"/>
              <a:t>reparation - Player Selection Insights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de" sz="1500"/>
              <a:t>Recruit and develop players who both score goals and assist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de" sz="1500"/>
              <a:t>Place value on  players with consistent development  and long-term reliability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de" sz="1700"/>
              <a:t>P</a:t>
            </a:r>
            <a:r>
              <a:rPr lang="de" sz="1700"/>
              <a:t>erformance - Strategic Suggestions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de" sz="1500"/>
              <a:t>Improve long-term consistency of performance across the entire season 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de" sz="1500"/>
              <a:t>Regularly compare performance with top-tier clubs to guide improvement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